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UniResult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Result Sheet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Student: Gaurav | Batch: BCA B3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College: CIMAGE College | University: PPU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Level-1 Presentation: February 13-14,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📌 Introduction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🎯 Project: UniResult - Student Result Sheet Generator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💡 Purpose: Full-stack web application for generating, managing, and saving student result sheets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🎓 Target Users: Students, Educational Institutions, Universities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Key Feature: Real-time percentage calculation and PDF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Database Integration: Auto-save results to PostgreSQL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Responsive Design: Works seamlessly on desktop and mobile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🔹 Primary Objectives: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Simplify result sheet creation with intuitive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Provide real-time calculations (percentage, grades, status)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Enable PDF export for documentation and printing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Maintain searchable history of generated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📋 SRS -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👤 User Input &amp; Data Entry: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Create result sheets with student details (name, roll no., registration)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Add/remove subjects dynamically with marks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Input validation: marks cannot exceed maximum marks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Real-time percentage &amp; grade calculation display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📄 Document Generation &amp; Export: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Generate professional PDF result sheets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Download PDF with proper formatting and headers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Save results to PostgreSQL database via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📋 History &amp; Management: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View previously saved results from local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Search and filter results by student/date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Edit/update existing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📋 SRS - 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Performance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⚡ Response time: &lt; 2 seconds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👥 Scalability: Support 1000+ concurrent users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🔒 Security: HTTPS encryption enabled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🛡️ API Security: CORS protection configured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✓ Input validation &amp; data sanitization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🔐 Session management &amp; user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Compatibility &amp;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💻 Cross-browser: Chrome, Firefox, Safari, Edge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📱 Responsive: Mobile, Tablet, Desktop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♿ Accessibility: WCAG 2.1 AA compliant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🎨 UI Quality: 95+ Lighthouse score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⚡ Load time: &lt;3 seconds on 3G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🌙 Dark/Light mode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🔄 Process Logic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📥 PHASE 1: Data Input &amp;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User enters student information (name, roll number, university)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Add subjects and corresponding marks dynamically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System validates all inputs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⚙️ PHASE 2: Calculation &amp;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Total Marks = Sum of all obtained marks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Maximum Marks = Sum of all maximum marks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Percentage = (Total Obtained / Total Maximum) × 100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Grade determination based on percentage (A+, A, B+, B, C,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💾 PHASE 3: Storage &amp; Export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Generate PDF with formatted result sheet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Save to PostgreSQL database (server-side)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Store in browser local storage (client-side)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Provide download and preview options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Data Dictionary - Key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📝 Student Information: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name: String - Student's full name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rollNumber: String - University roll number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registrationNumber: String - Registration 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courseName: String - Course/Degree name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semester: Number - Current semester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academicYear: String - Year (e.g., 2023-24)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📚 Subject &amp; Marks: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subjectName: String - Name of subject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maxMarks: Number - Total marks for subject (default: 100)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obtainedMarks: Number - Marks scored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📈 Result Summary: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totalObtained: Number - Sum of all marks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totalMaximum: Number - Sum of max marks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percentage: Decimal - Final percentage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status: String - Pass/Fail/Distinction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createdAt: DateTime - Timestamp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📈 DFD - 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LEVEL 0 - CONTEXT DIAGRAM: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 Student/User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      |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      | Input: Student &amp; Subject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┌──────────────────┐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│   UniResult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│   System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└──────────────────┘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┌──────────────────┐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│   PDF Output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│   &amp; Database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└──────────────────┘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KEY PROCESSES: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P1: Accept &amp; Validate Input | P2: Calculate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P3: Generate PDF | P4: Store in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🏗️ Technology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Frontend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⚛️ React 18 - UI Framework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📘 TypeScript - Type-safe JavaScript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🚀 Vite - Fast build tool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🎨 Tailwind CSS - Styling framework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🧩 shadcn/ui - Component library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🛣️ React Router - Navigation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📊 Recharts - Chart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Backend &amp;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🐍 Python 3.8+ - Backend language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🔥 Flask - Web framework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🗄️ PostgreSQL - Database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🔌 psycopg2 - DB connector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🚀 Supabase - Cloud database (optional)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📄 ReportLab - PDF generation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🌐 Flask-CORS - Cross-origin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📅 Project Timeline - 3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📆 MONTH 1: Planning &amp; Frontend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1-2: Requirements Analysis, Design,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3-4: React Components, UI Development, Form Creation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4: Dashboard, Summary View, PDF Preview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MONTH 2: Backend &amp;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5-6: Flask API Development (/submit endpoint)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7: PostgreSQL Schema Design &amp; 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8: PDF Generation Module, Email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8: Frontend-Backend Integration,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MONTH 3: Testing, Optimization &amp;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9: Unit Testing, Integration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10: UAT, Bug Fixes, Performance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11: Security Review,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Week 12: Deployment to Production, Final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🗄️ ER Diagram -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PRIMARY TABLE: submissions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┌──────────────────────────────────────┐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│ submissions (Main storage)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├──────────────────────────────────────┤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│ PK: id (UUID) - Primary Key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│ user_id (String) - User identifier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│ data (JSONB) - Flexible data storage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│ created_at (TIMESTAMP)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│ updated_at (TIMESTAMP)     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└──────────────────────────────────────┘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DATA STRUCTURE (JSONB format):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{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studentInfo: { name, rollNo, course, semester, ... 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subjects: [ { name, maxMarks, obtainedMarks }, ... 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calculations: { totalObtained, percentage, status 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🎨 User Interface &amp; Screen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🏠 HOME PAGE (Index):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Student information input 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Dynamic subject entry with add/remove buttons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Real-time percentage display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Generate &amp; Preview buttons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👁️ PREVIEW PAGE: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Complete formatted result sheet 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Grade status (Distinction/First/Second/Pass/Fail)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Download PDF button (with custom styling)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Save to database option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📋 HISTORY PAGE: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List of previously generated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Search, filter, and delete options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Responsive grid layout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Mobile-optimized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📄 Expected PDF Report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REPORT STRUCTURE: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HEAD SECTION: Institution logo, title, 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✓ STUDENT INFO: Name, Roll No., Registration, Course, Semester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RESULT TABLE: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┌─────────────────────────────────────────────────┐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│ Subject | Max Marks | Obtained | % | Grade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├─────────────────────────────────────────────────┤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│ Math    | 100       | 85       | 85| A 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│ Science | 100       | 92       | 92| A+         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└─────────────────────────────────────────────────┘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SUMMARY SECTION: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Total Marks: 370/400 | Final Percentage: 92.5%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Grade: A+ | Status: PASS | Remarks: Excellent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FOOTER: Generated Date, Authorized Signature 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Future Scope &amp;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VERSION 2.0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🔮 Multi-language Support (Hindi, Spanish, French,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📱 Native Mobile App (React Native / Flutter)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🤖 AI-powered grade prediction &amp;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📊 Advanced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🔗 University System Integration (API connectors)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🎓 Digital Certificate Generation (Blockchain)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📧 Email Notifications &amp;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💬 Real-time Collaboration for Teachers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TECHNICAL IMPROVEMENTS: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⚡ GraphQL API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🚀 Redis Caching for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🐳 Docker Containerization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🔄 Microservices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📚 References &amp; 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📖 Official Documentations: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1. React.js - https://react.dev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2. Flask - https://flask.palletsprojects.com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3. PostgreSQL - https://www.postgresql.org/docs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4. TypeScript - https://www.typescriptlang.org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5. Python - https://docs.python.org/3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6. Tailwind CSS - https://tailwindcss.com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🛠️ Tools &amp; Libraries: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Vite Build Tool - https://vitejs.dev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shadcn/ui - https://ui.shadcn.com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ReportLab - PDF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Supabase - https://supabase.io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📚 Learning Resources: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Medium Articles on Full-Stack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GitHub Repositories &amp; Open Source Projects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Stack Overflow Community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8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  <a:p/>
          <a:p>
            <a:pPr algn="ctr">
              <a:defRPr sz="3600" b="1">
                <a:solidFill>
                  <a:srgbClr val="FF9800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Student: Gaurav | Batch: BCA B3 | College: CIMAGE College | University: PPU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